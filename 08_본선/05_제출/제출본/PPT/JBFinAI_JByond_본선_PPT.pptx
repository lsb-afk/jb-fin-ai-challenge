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3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5647C-691F-D269-E664-AEB327CCA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C7F7EB-E503-C1EE-87FB-6F5336DAC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DED23-4FEA-443C-9A39-342D4139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AC9DE-4BF9-794F-5A7B-34CC6785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3850D8-040A-1C5F-30F0-7C9B4DAF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57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221EC-7EF8-8A94-F41E-6EE84A43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649C4C-5F90-69D3-2F32-8FD87DCFB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54C8B-F5C3-AD9F-E12C-AE47D053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42726A-5728-1387-BC4B-665A67CF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DF8F18-3FBC-DBFC-FB0D-72C75BAB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37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B476F1-13A8-6D42-266B-15AEC5918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396635-03B9-CED6-B416-39E60B9C3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53842-01E2-1996-6B32-83E43F5A6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99DC98-F858-5440-A67E-A4AB06AA2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F6B159-540C-B048-276D-81F85C58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237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DFBD-C907-FC84-BD5D-6D06A8C2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2F9A12-3148-7FBC-0202-F1DE63F49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F9F718-06F6-4E5E-D244-5B295E023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00E740-D41C-EA02-99E6-40379947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C3C6A4-EDF6-EF08-77EF-6E1BD034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60AF44-25F9-6E34-91B8-4FC4D5F1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21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E2F35-4778-95CD-7786-2A317B9E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8D010F-1067-D13C-A36F-B2C9B78C2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699F3A-76F6-4C89-8CDF-3A2E594DC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99D40B-7964-D6F7-F666-255180A7D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D576898-1069-D457-89FA-D28FD222B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E7EC57-DE1E-F9B1-2A9F-8AD2F84A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E85DEFD-5D2B-008E-981E-091DF3D7A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CC6BE3-3B65-B680-BFF6-0F3B3BE41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833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12A88-0A9B-C106-0B4C-BAA87481C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6BFDB0-0B6C-8D09-BC45-F3FA400F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3D89E2-EA97-83D5-56E3-AC789DDE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A8E059-B63A-5FFF-42B1-15B2FEA5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37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2FE175-DB70-4873-DE0C-DFAE5835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73DE07-D811-AECF-31B4-B859AB13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25915A-1E26-FB8E-308E-54FD1486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92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80DC0-80C4-E1C3-C88C-4EFCA12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05617C-96B8-A108-BC89-DF30F6FB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519373-A7B5-5EFD-B2A6-AB3A17826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9BFB97-D8CD-408E-C86A-3898E722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6745E3-CC06-B8B1-5D90-8931040F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4A7092-2751-8808-830D-55867CBD4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71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B3870-D9B9-9A65-DF37-0161DBAB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0F32563-0904-C8B1-9F56-F8F72EB42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7DE850-16EF-078E-DC47-7BCA5286B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64228D-3844-0090-DEE0-D0EBE7CD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720EF1-E723-591D-9C02-844392B0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79AAFB-3044-CEF6-17DC-90673179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8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FCD09-F81D-8DA1-5932-EF730A3F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59B8C2-1B86-129D-AD48-34869F037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CBB7C0-4C82-7A3B-6C61-43B98F50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FBE4C-5F94-C4E3-7535-FB2BA694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942BE-CAA9-D99F-133D-A6879A12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57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8A03AC-EF90-641D-2B9A-3A8C2DEB8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75F7F0-9DDE-E5F4-CABA-1F3CC8F85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9DAB5B-FEFC-E8F9-0A72-2A34AEA96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57AF00-B2D4-6239-485E-15ACF888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11F354-489F-B6A6-4DB1-89CB4901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12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81CA1A-39B2-4356-7597-5AA54B54E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9A77EC-1C6E-5014-5045-EB3E4D558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A86BFF-D9E1-761B-2290-758E99210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31DF9-EA12-4A64-A2AB-7E0D6379EC28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50D35A-6E93-3164-8306-B955C95EA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DB157B-AF5E-B421-4692-21304E88A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5D6FD-4317-48F3-BEA5-9313A04E0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34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36ACFE5-978B-0793-FB8F-93DD4A5C9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9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74BC70C-F63D-7314-F5AC-AF3A16F70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5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74B0-8BC7-9FCA-1604-D6F98411D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119FD3B-F7B3-DCDE-6F67-2B2147DF2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6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5B2DA-2B19-A12D-3E43-192C9E54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671DE6-6470-E6D1-5359-0F74BBF14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149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9BCB-4E01-791A-C8F4-23199CA13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1FDF57-8FE3-F298-90BE-947D8D534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9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07FD1-AF7B-59DE-EF15-494B5FEBB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BCD04E-568C-A98A-D890-13B4D4061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95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06EE0-7EF4-FB12-F945-3F6A0608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705FD5-85D1-09E1-075B-05261FB19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9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6A692-0C3B-ADD7-C457-8B2FAAF5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2D1BD3-2BF7-C213-9D56-B19812F85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12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434D2-DA97-A806-CE6F-40E70D35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75E776-877A-CAC9-6BA9-D90B5A84E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30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6976-8961-6042-AC83-E927165F5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FB2367-B44A-B346-4931-7A1B252B1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14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2065-64A6-67F8-9590-D4FF864F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2D0A55-F608-266E-6F15-E9F74CF46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09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6CDAE-ABF0-ED7B-E278-B20CE522E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009122-F1B9-D9B2-DDD4-CEB3F1ABC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14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82A4-540E-4DE7-7D77-8E2846E3C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8A9EC7-756E-56D7-2483-6C7ED309E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82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15AAD-90F3-1B85-D327-673300020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0EE177-9406-C125-20B0-B0D1F746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7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이재형</dc:creator>
  <cp:lastModifiedBy>이재형</cp:lastModifiedBy>
  <cp:revision>1</cp:revision>
  <dcterms:created xsi:type="dcterms:W3CDTF">2026-07-05T00:31:06Z</dcterms:created>
  <dcterms:modified xsi:type="dcterms:W3CDTF">2026-07-05T00:32:41Z</dcterms:modified>
</cp:coreProperties>
</file>